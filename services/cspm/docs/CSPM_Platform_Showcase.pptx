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589520" y="0"/>
            <a:ext cx="4572000" cy="6858000"/>
          </a:xfrm>
          <a:prstGeom prst="rtTriangle">
            <a:avLst/>
          </a:prstGeom>
          <a:solidFill>
            <a:srgbClr val="13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88920"/>
            <a:ext cx="457200" cy="7315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9CDB"/>
                </a:solidFill>
                <a:latin typeface="Calibri"/>
              </a:rPr>
              <a:t>MULTI-CLOUD CSPM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Unified Cloud Security &amp;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Compliance, Reinvented.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2336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7E3"/>
                </a:solidFill>
                <a:latin typeface="Calibri"/>
              </a:rPr>
              <a:t>AWS • Azure • GCP  —  Vulnerability scanning, threat detection,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9144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7E3"/>
                </a:solidFill>
                <a:latin typeface="Calibri"/>
              </a:rPr>
              <a:t>compliance, drift control, and auto-remediation in one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212080"/>
            <a:ext cx="3017520" cy="457200"/>
          </a:xfrm>
          <a:prstGeom prst="round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85232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SELF-HOSTED  •  NO PER-RESOURCE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7C5D8"/>
                </a:solidFill>
                <a:latin typeface="Calibri"/>
              </a:rPr>
              <a:t>Feature Showcase  •  Product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Cloud Security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Why most teams are still flying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269748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70432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Fragmented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Separate vendors for vuln scan, CSPM, threat detection, compliance — each charging per-asset.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0972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97280"/>
            <a:ext cx="269748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170432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Per-Resource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69164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Wiz, Orca, Prisma Cloud cost ramps non-linearly as cloud footprint grows.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0972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097280"/>
            <a:ext cx="2697480" cy="45720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170432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AWS Service Lock-in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9164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GuardDuty + Inspector + Macie + Config + Security Hub bills add up; data leaves your account.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1097280"/>
            <a:ext cx="26974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1097280"/>
            <a:ext cx="2697480" cy="45720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1170432"/>
            <a:ext cx="2697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Reactive, Not Proactive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691640"/>
            <a:ext cx="233172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Findings arrive — but who fixed it, when, and against which baseline? Nobody knows.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83280"/>
            <a:ext cx="11430000" cy="22860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20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Our Answer — One Platform, Three Clouds, Zero Lock-in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09728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34495E"/>
                </a:solidFill>
                <a:latin typeface="Calibri"/>
              </a:rPr>
              <a:t>• 70+ purpose-built scanners across AWS, Azure &amp; GCP — no third-party AWS services required</a:t>
            </a:r>
          </a:p>
          <a:p>
            <a:pPr algn="l"/>
            <a:r>
              <a:rPr sz="1300" b="0">
                <a:solidFill>
                  <a:srgbClr val="34495E"/>
                </a:solidFill>
                <a:latin typeface="Calibri"/>
              </a:rPr>
              <a:t>• GuardDuty-equivalent threat detection built on free CloudTrail APIs</a:t>
            </a:r>
          </a:p>
          <a:p>
            <a:pPr algn="l"/>
            <a:r>
              <a:rPr sz="1300" b="0">
                <a:solidFill>
                  <a:srgbClr val="34495E"/>
                </a:solidFill>
                <a:latin typeface="Calibri"/>
              </a:rPr>
              <a:t>• Container CVE scanning without AWS Inspector — uses OSV.dev directly</a:t>
            </a:r>
          </a:p>
          <a:p>
            <a:pPr algn="l"/>
            <a:r>
              <a:rPr sz="1300" b="0">
                <a:solidFill>
                  <a:srgbClr val="34495E"/>
                </a:solidFill>
                <a:latin typeface="Calibri"/>
              </a:rPr>
              <a:t>• ML anomaly detection, drift baselines, auto-remediation with approval gating</a:t>
            </a:r>
          </a:p>
          <a:p>
            <a:pPr algn="l"/>
            <a:r>
              <a:rPr sz="1300" b="0">
                <a:solidFill>
                  <a:srgbClr val="34495E"/>
                </a:solidFill>
                <a:latin typeface="Calibri"/>
              </a:rPr>
              <a:t>• Self-hosted: your data, your infrastructure, predictable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What you get out of the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783080" cy="1371600"/>
          </a:xfrm>
          <a:prstGeom prst="round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70+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Cloud Scanners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95728" y="1280160"/>
            <a:ext cx="1783080" cy="1371600"/>
          </a:xfrm>
          <a:prstGeom prst="round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95728" y="1444752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14884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Cloud Providers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280160"/>
            <a:ext cx="1783080" cy="1371600"/>
          </a:xfrm>
          <a:prstGeom prst="round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8536" y="1444752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214884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UI Pages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280160"/>
            <a:ext cx="1783080" cy="13716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444752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214884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Data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4152" y="1280160"/>
            <a:ext cx="1783080" cy="13716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1444752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14884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Async Workers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1280160"/>
            <a:ext cx="1783080" cy="1371600"/>
          </a:xfrm>
          <a:prstGeom prst="round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1444752"/>
            <a:ext cx="1783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148840"/>
            <a:ext cx="1783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Compliance Frameworks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92608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2926080"/>
            <a:ext cx="73152" cy="1554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" y="3017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Multi-Cloud Coverage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" y="338328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AWS · Azure · GCP scanners share one engine, one schema, one UI.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292608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01568" y="2926080"/>
            <a:ext cx="73152" cy="15544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3017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Detect → Decide → Remediate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338328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Findings flow into anomaly engine, approvals, auto-revert.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0216" y="292608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216" y="2926080"/>
            <a:ext cx="73152" cy="1554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4808" y="3017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Compliance Built-in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38328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PCI-DSS, SOC2, ISO27001, HIPAA, CIS, GDPR mapped automatically.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98864" y="2926080"/>
            <a:ext cx="2788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98864" y="2926080"/>
            <a:ext cx="73152" cy="155448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63456" y="301752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Self-Hosted by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63456" y="338328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PostgreSQL + Redis + BullMQ — runs on a single VM or Kubernetes.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846320"/>
            <a:ext cx="1124712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92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One platform.  Three clouds.  Zero per-resource pricing.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53212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CBD7E3"/>
                </a:solidFill>
                <a:latin typeface="Calibri"/>
              </a:rPr>
              <a:t>Replaces Wiz / Orca / Prisma + GuardDuty + Inspector + Macie at a fraction of the cost.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Monorepo: api  ·  web  ·  scanner engine  ·  workers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240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2240280" cy="54864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07008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UI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18745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React 18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TanStack Query v5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Tailwind + lucide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097280"/>
            <a:ext cx="2240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097280"/>
            <a:ext cx="2240280" cy="5486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207008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83080"/>
            <a:ext cx="18745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Express + Prisma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JWT auth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26 REST routes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097280"/>
            <a:ext cx="2240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1097280"/>
            <a:ext cx="2240280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207008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Workers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1783080"/>
            <a:ext cx="18745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BullMQ + Redis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7 async workers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Scan · Threat ·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1097280"/>
            <a:ext cx="2240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1097280"/>
            <a:ext cx="2240280" cy="54864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207008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Scanner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1783080"/>
            <a:ext cx="18745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src/scanners/*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Per-region orchestration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70+ scanners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097280"/>
            <a:ext cx="22402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21240" y="1097280"/>
            <a:ext cx="2240280" cy="54864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207008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783080"/>
            <a:ext cx="187452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PostgreSQL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Prisma ORM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41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657600"/>
            <a:ext cx="11430000" cy="50292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21608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B1F3A"/>
                </a:solidFill>
                <a:latin typeface="Calibri"/>
              </a:rPr>
              <a:t>User triggers scan  →  Job queued  →  Scanner engine fans out per region   →  Findings deduplicated  →  Compliance + anomaly engines  →  Dashboard + alerts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3434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Integrations &amp; Outputs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Slack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92808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92808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Email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74136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74136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Jira / ServiceNow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55464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55464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Splunk / DataDog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36792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PDF Reports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18120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Scheduled Reports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99448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9448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Webhooks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80776" y="4754880"/>
            <a:ext cx="1417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0776" y="4818888"/>
            <a:ext cx="1417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D9CDB"/>
                </a:solidFill>
                <a:latin typeface="Calibri"/>
              </a:rPr>
              <a:t>S3 Export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48640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Tech Stack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5806440"/>
            <a:ext cx="11430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  <a:latin typeface="Calibri"/>
              </a:rPr>
              <a:t>Node.js 18+ · TypeScript · Express · Prisma · PostgreSQL · Redis · BullMQ · React 18 · TanStack Query v5 · Tailwind · AWS SDK v3 · Azure ARM · GCP REST APIs · OSV.dev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AWS Coverage — 25+ Native Scanners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Built on AWS SDK v3 — no AWS Inspector / GuardDuty / Macie license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73152" cy="11887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Identity &amp;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IAM · Secrets Manager · KMS · SSM · ACM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9728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73152" cy="11887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18872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Compute &amp; 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EC2 · Lambda · ECS · ECR · EBS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09728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097280"/>
            <a:ext cx="73152" cy="11887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18872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Networking &amp; Edge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55448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VPC · ELB/ALB · CloudFront · API Gateway · WAF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37744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377440"/>
            <a:ext cx="73152" cy="1188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4688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Storage &amp;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83464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S3 · DynamoDB · RDS · Redshift · ElastiCache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37744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377440"/>
            <a:ext cx="73152" cy="11887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4688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Logging &amp;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83464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CloudTrail · CloudWatch · SNS · SQS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37744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37744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2468880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Threat 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83464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Threat Scanner (GuardDuty-equivalent, free)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069080"/>
            <a:ext cx="11430000" cy="233172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160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AWS Highlights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2628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9CDB"/>
                </a:solidFill>
                <a:latin typeface="Calibri"/>
              </a:rPr>
              <a:t>▸ ECR Container CVE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526280"/>
            <a:ext cx="8138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Pulls layers via Docker Registry v2 → parses Debian/Alpine/npm/PyPI/Ruby/Go packages → OSV.dev API. Smart-skip on unchanged images.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8348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9CDB"/>
                </a:solidFill>
                <a:latin typeface="Calibri"/>
              </a:rPr>
              <a:t>▸ EC2 Network Reachability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4983480"/>
            <a:ext cx="8138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3-layer correlation: public IP + IGW route + SG open to 0.0.0.0/0 — eliminates false positives.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4068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9CDB"/>
                </a:solidFill>
                <a:latin typeface="Calibri"/>
              </a:rPr>
              <a:t>▸ Lambda Runtime + CVEs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5440680"/>
            <a:ext cx="8138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EOL runtime detection + CVE fingerprinting per vuln (no collisions).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97880"/>
            <a:ext cx="2926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D9CDB"/>
                </a:solidFill>
                <a:latin typeface="Calibri"/>
              </a:rPr>
              <a:t>▸ SG / NACL Aggregation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897880"/>
            <a:ext cx="81381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One finding per Security Group aggregating all dangerous ports — clean signal, no noise.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Azure Coverage — 32 Scanners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Subscription-wide via ARM + Azure Identity SDK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73152" cy="10972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7043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Identity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Entra ID · IAM · Key Vault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9728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97280"/>
            <a:ext cx="73152" cy="10972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17043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Compute &amp; Containers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508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VM · AKS · ACR · App Service · Container Apps ·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09728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73152" cy="10972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17043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Data &amp;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08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Storage · Cosmos DB · SQL · PostgreSQL · MySQL · Redis · Synapse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09728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73152" cy="109728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17043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Networking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50876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Network · NSG · App Gateway · APIM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228600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286000"/>
            <a:ext cx="73152" cy="109728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35915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AI / ML /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69748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Cognitive · AML · ADF · Search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28600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91840" y="2286000"/>
            <a:ext cx="73152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235915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Messaging &amp; IoT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69748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Service Bus · Event Hub · Event Grid · IoT Hub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228600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2200" y="2286000"/>
            <a:ext cx="73152" cy="109728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235915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Ops &amp;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69748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Log Analytics · Automation · Backup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2286000"/>
            <a:ext cx="2788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2560" y="2286000"/>
            <a:ext cx="73152" cy="10972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2359152"/>
            <a:ext cx="2514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Threat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697480"/>
            <a:ext cx="2514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Azure threat scanner + activity logs monitor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114800"/>
            <a:ext cx="11430000" cy="22860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206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Azure Highlights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61772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Activity Log streaming — feeds threat monitor for sign-in &amp; role-assignment anomalies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910328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Entra ID checks — privileged role assignments, guest user audit, conditional access gaps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202936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Key Vault — soft-delete, purge protection, RBAC vs Access Policy, network isolation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495544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Storage — anonymous blob access, secure-transfer, infrastructure encryption, firewall rules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788152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AKS — RBAC, network policy, private cluster, control plane logs, image pull policy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GCP Coverage — 13 Scanners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Project-scoped via GCP REST APIs + service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73152" cy="9601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17043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IAM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46304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Roles, bindings, primitive role usage, service-account keys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0972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097280"/>
            <a:ext cx="73152" cy="9601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117043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146304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Public buckets, uniform bucket-level access, retention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0972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1097280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9512" y="117043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Compute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46304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Public IPs, OS Login, shielded VM, metadata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0972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109728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2" y="117043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Cloud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146304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Public IP, SSL, automated backups, IAM auth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38360" y="109728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38360" y="1097280"/>
            <a:ext cx="73152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02952" y="117043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GKE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146304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Private cluster, workload identity, control plane logs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214884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2148840"/>
            <a:ext cx="73152" cy="9601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222199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Cloud 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251460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Public invocation, secret env vars, ingress controls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214884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0" y="2148840"/>
            <a:ext cx="73152" cy="9601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07792" y="222199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BigQuery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07792" y="251460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Public datasets, CMEK, access policies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74920" y="214884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74920" y="2148840"/>
            <a:ext cx="73152" cy="9601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222199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KMS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251460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Key rotation, location, IAM bindings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06640" y="214884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06640" y="2148840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71232" y="222199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Secret Manager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2" y="251460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Rotation, replication, IAM exposure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38360" y="214884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38360" y="2148840"/>
            <a:ext cx="73152" cy="9601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222199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Cloud Functions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2952" y="251460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Ingress, runtime EOL, public invocation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32004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3200400"/>
            <a:ext cx="73152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327355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Pub/Sub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" y="356616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Topic/sub IAM, allUsers exposure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0" y="32004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0" y="3200400"/>
            <a:ext cx="73152" cy="96012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327355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Artifact Registry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07792" y="356616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Public repos, vulnerability scan enabled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74920" y="3200400"/>
            <a:ext cx="22402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74920" y="3200400"/>
            <a:ext cx="73152" cy="96012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39512" y="3273552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Calibri"/>
              </a:rPr>
              <a:t>Cloud Logging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3566160"/>
            <a:ext cx="20116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Sinks, retention, log-based metrics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1480" y="4297680"/>
            <a:ext cx="11430000" cy="210312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3891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GCP Highlights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4754880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Anomaly worker dedicated to GCP — actor baselines, off-hours, geo, volume spikes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5047488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CIS GCP benchmark mapped — Foundation / Networking / Logging / IAM categories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5340096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Resource fetch service caches inventory — dependency graph across projects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5632704"/>
            <a:ext cx="109728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Project-level scoping — same UX as AWS accounts / Azure subscriptions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Threat Detection — GuardDuty Without the License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Active-threat scanner powered by CloudTrail + IAM + resource APIs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370332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52144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Defense Evasion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CloudTrail logging disabled · Config recorder stopped · SG opened-then-closed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9728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370332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52144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Unauthorized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55448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Root API activity · Console login w/o MFA · Brute-force · Dormant key revived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09728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097280"/>
            <a:ext cx="3703320" cy="365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152144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Persistence / Backdoor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155448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New admin user · New access keys · Admin policy attached · Cross-account trust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37744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377440"/>
            <a:ext cx="3703320" cy="3657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432304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Privilege Escalation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83464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iam:* / *:* policy attached · Admin role assumed by unexpected principal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237744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2377440"/>
            <a:ext cx="3703320" cy="36576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2432304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Reconnaissance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83464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IAM enumeration · Mass Describe*/List* calls · Bucket enumeration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2377440"/>
            <a:ext cx="3703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2377440"/>
            <a:ext cx="370332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2432304"/>
            <a:ext cx="3703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 Exfiltration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2834640"/>
            <a:ext cx="342900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  <a:latin typeface="Calibri"/>
              </a:rPr>
              <a:t>Mass S3 delete · EBS/RDS snapshot made public · High-volume GetObject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069080"/>
            <a:ext cx="5623560" cy="233172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16052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4526280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Targeted CloudTrail LookupEvents calls (~15-20 event filters)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837176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Rate-limited at 2 rps with delays between event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148072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Time-windowed by severity: 24h critical · 7d high · 24h medium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458968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Evidence object with actor ARN, source IP, raw events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769864"/>
            <a:ext cx="539496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▸  Per-account, not per-region — one efficient pass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069080"/>
            <a:ext cx="5623560" cy="233172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4160520"/>
            <a:ext cx="5303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Dedicated UI: /threats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82512" y="4526280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Severity summary bar (CRITICAL/HIGH/MEDIUM counts)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818888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Category filter tabs — Persistence, Recon, Exfil, etc.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111496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Per-row expansion: actor + source IP + raw CloudTrail 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5404104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Inline remediation guidance per threat type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696712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Time-range picker — 24h / 7d / 30d windows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5989320"/>
            <a:ext cx="53035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Wired into PCI 10.6, SOC2 CC7.2, HIPAA 164.312(b)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Container &amp; Workload CVE Scanning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Inspector-free image vulnerability detection with OSV.dev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6235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5623560" cy="5029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ECR Layer Scanning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ECR auth token → Docker Registry v2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12264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Downloads image layers directly (no Inspector)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4144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Parses 7 package manifests: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706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Debian dpkg · Alpine apk · npm · PyPI (3 formats)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099816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Ruby gems · Go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Batch query to OSV.dev — 40 pkgs / batch, 200ms delay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58184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Smart-skip — re-scan only newest image since last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8736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Hard limits: 80 MB layer · 5 MB file · 300 pkgs/image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416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Findings split — CVE in main table, config in banner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45736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Resource fingerprint: function::vulnId  (no collisions)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097280"/>
            <a:ext cx="56235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097280"/>
            <a:ext cx="5623560" cy="4572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1612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Lambda Runtime &amp; CVE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6916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EOL runtime detection (Node 14, Python 3.7, etc.)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020824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Per-function CVE fingerprint (no merge collisions)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35000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Direct linkage between function and triggered policies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Surfaced in Container Security &amp; Findings pages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840480"/>
            <a:ext cx="5623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9632" y="3840480"/>
            <a:ext cx="5623560" cy="45720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3904487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Dedicated Container Security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43484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Repos grouped with image-level accordion expand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4764024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Severity-aware columns (CRITICAL → INFO)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093208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Inline status dropdown (Open / In-Progress / Fixed)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4223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Config issues isolated in orange banner — no noise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Compliance — Continuous, Multi-Framework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Real-time score, evidence-backed, auditor-ready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1828800" cy="4114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PCI-DSS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Card-holder data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50008" y="109728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50008" y="1097280"/>
            <a:ext cx="1828800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0008" y="11612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SOC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7168" y="16002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Trust services criteria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109728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8536" y="1097280"/>
            <a:ext cx="1828800" cy="41148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88536" y="11612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ISO 27001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16002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Information security mgmt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109728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1097280"/>
            <a:ext cx="1828800" cy="4114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1612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HIPAA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16002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Health information protection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65592" y="109728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65592" y="1097280"/>
            <a:ext cx="1828800" cy="41148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5592" y="11612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16002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Cloud foundations benchmark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109728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04120" y="1097280"/>
            <a:ext cx="1828800" cy="411480"/>
          </a:xfrm>
          <a:prstGeom prst="rect">
            <a:avLst/>
          </a:prstGeom>
          <a:solidFill>
            <a:srgbClr val="344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1161288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GDPR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1600200"/>
            <a:ext cx="15544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EU data privacy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2606040"/>
            <a:ext cx="5623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2606040"/>
            <a:ext cx="73152" cy="17830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715768"/>
            <a:ext cx="5349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Posture Score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154680"/>
            <a:ext cx="534924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Weighted scoring per framework. Per-account history, trend chart, drill-down to control level.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2606040"/>
            <a:ext cx="5623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72200" y="2606040"/>
            <a:ext cx="73152" cy="17830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715768"/>
            <a:ext cx="5349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Compliance Evidence Collector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154680"/>
            <a:ext cx="534924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Auto-captures evidence object from each finding (with 90-day TTL) — satisfies audit retention.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526280"/>
            <a:ext cx="5623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526280"/>
            <a:ext cx="73152" cy="17830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636008"/>
            <a:ext cx="5349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Control-to-Finding Mapping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5074920"/>
            <a:ext cx="534924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Each scanner finding tagged to one or more controls — 'show me everything failing PCI 10.6'.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4526280"/>
            <a:ext cx="5623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4526280"/>
            <a:ext cx="73152" cy="17830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636008"/>
            <a:ext cx="5349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Per-Framework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074920"/>
            <a:ext cx="534924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On-demand and scheduled — PDF/HTML/CSV, branded, exportable to auditors.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Auto-Remediation with Approval Gating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Detect → Approve → Revert — one workflow, one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2240280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8016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74520"/>
            <a:ext cx="1965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Scanner emits finding</a:t>
            </a:r>
          </a:p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(e.g. S3 public ACL)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51760" y="1737360"/>
            <a:ext cx="91440" cy="365760"/>
          </a:xfrm>
          <a:prstGeom prst="rightArrow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0" y="118872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188720"/>
            <a:ext cx="224028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28016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874520"/>
            <a:ext cx="1965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Severity, framework,</a:t>
            </a:r>
          </a:p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resource fingerprint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83480" y="1737360"/>
            <a:ext cx="91440" cy="365760"/>
          </a:xfrm>
          <a:prstGeom prst="rightArrow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4920" y="118872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188720"/>
            <a:ext cx="2240280" cy="502920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28016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Approve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1874520"/>
            <a:ext cx="1965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Approval request created</a:t>
            </a:r>
          </a:p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— reviewer sign-off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315200" y="1737360"/>
            <a:ext cx="91440" cy="365760"/>
          </a:xfrm>
          <a:prstGeom prst="rightArrow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06640" y="118872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1188720"/>
            <a:ext cx="2240280" cy="5029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128016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Revert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1874520"/>
            <a:ext cx="1965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revertService.ts executes</a:t>
            </a:r>
          </a:p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AWS / Azure / GCP API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46920" y="1737360"/>
            <a:ext cx="91440" cy="365760"/>
          </a:xfrm>
          <a:prstGeom prst="rightArrow">
            <a:avLst/>
          </a:prstGeom>
          <a:solidFill>
            <a:srgbClr val="2D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38360" y="1188720"/>
            <a:ext cx="2240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38360" y="1188720"/>
            <a:ext cx="2240280" cy="5029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38360" y="1280160"/>
            <a:ext cx="2240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1874520"/>
            <a:ext cx="196596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Action logged → Evidence,</a:t>
            </a:r>
          </a:p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posture score updates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108960"/>
            <a:ext cx="56235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108960"/>
            <a:ext cx="5623560" cy="45720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317296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Supported Auto-Reverts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365760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AWS  → S3 (block public, encryption), CloudTrail (enable logging),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04164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     KMS (rotation), IAM (detach risky policies, deactivate keys)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42569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Azure → ARM PUT — Storage public access, NSG rules, Key Vault flags,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80974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     App Service TLS, SQL public access toggle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19379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GCP  → setIamPolicy — remove allUsers / allAuthenticatedUsers,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57784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     disable public access on Cloud Run / Storage / Pub/Sub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3108960"/>
            <a:ext cx="5623560" cy="32918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200400"/>
            <a:ext cx="5394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Guardrails &amp; Safety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37033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 Every revert is approval-gated — no silent changes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82512" y="406908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 Freeze Windows — block remediation during release weeks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43484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 Dry-run preview before execution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82512" y="480060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 Approval log + evidence object for every reverted finding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16636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 Roll-back-ready: original state captured before mutation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55321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•  RBAC: only privileged roles can approve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ML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Behavioural baselines per actor — catches what rule-based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6235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5623560" cy="5029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Detection Engine (anomalyEngine.ts)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Online statistics — no batch ML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EWMA (exponentially weighted moving avg)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5117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Welford's variance for stable Z-score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3522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Per-actor baseline persisted in AnomalyBaseline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927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8 detection types out of the box: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• Volume spike     • Geo deviation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873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• Off-hours        • New API surface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7141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• New region       • New resource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5546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    • Failure burst    • Privilege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23951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Per-cloud worker — gcpAnomalyWorker, AWS, Azure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1097280"/>
            <a:ext cx="5623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1097280"/>
            <a:ext cx="5623560" cy="45720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1612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What It Catches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169164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Credentialed account suddenly active in new region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07568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Service account making 5× normal API call volume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45973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User performing actions outside normal working hours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84378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Burst of access-denied errors → credential probing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794760"/>
            <a:ext cx="5623560" cy="260604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88620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Built-In, Stays Tuned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29768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No external ML platform / managed service needed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68172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Baselines self-heal as user behaviour shifts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06577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Anomaly events feed Findings + Alerts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44982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Configurable sensitivity per actor / per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83387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•  Designed to run inside same workers — no extra infra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Drift Control, Baselines &amp; Config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Know exactly what changed, by whom, and against which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7490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3749039" cy="5029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0700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Configuration Baselines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3474719" cy="4343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Capture a known-good state per account/subscription/project.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Versioned snapshots (BaselineVersion, BaselineSnapshot)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Per-resource fingerprint diffing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Compare any two versions, side-by-side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DriftResult model captures category, severity, delta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097280"/>
            <a:ext cx="37490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097280"/>
            <a:ext cx="3749039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20700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Config Change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1783080"/>
            <a:ext cx="3474719" cy="4343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Streaming detection of resource changes.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configSyncMonitorService classifies each delta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ConfigChange model retains who/what/when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Tags by classification (security-impacting vs. cosmetic)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Replayable timeline per resource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38" y="1097280"/>
            <a:ext cx="37490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38" y="1097280"/>
            <a:ext cx="3749039" cy="5029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8" y="120700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Freeze Windows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8" y="1783080"/>
            <a:ext cx="3474719" cy="4343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Block dangerous activity in release-critical windows.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Per-account / cloud / global freezes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Suppresses auto-revert, scheduled scans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Audit trail of who declared the freeze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Surface live in dashboard banner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Resource Inventory &amp; Dependency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One source of truth — every asset, every relationship, every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623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Every Asset Discovered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349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ResourceInventory model captures cloud, region, type, tags, owner — synced by inventoryPipeline.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097280"/>
            <a:ext cx="5623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097280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11887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Dependency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508760"/>
            <a:ext cx="5349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ResourceDependency tracks who-talks-to-whom across SG, IAM, VPC, IGW, routes, peering.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167128"/>
            <a:ext cx="5623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167128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2585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Historical Snapshots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578608"/>
            <a:ext cx="5349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ResourceSnapshot stores point-in-time state — replay 'how did this look 2 weeks ago?'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167128"/>
            <a:ext cx="5623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2167128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2585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Resource Detail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578608"/>
            <a:ext cx="5349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Dedicated UI page per asset — config, findings, lineage, related dependencies.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236976"/>
            <a:ext cx="5623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236976"/>
            <a:ext cx="73152" cy="9601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32841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Cross-Cloud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648456"/>
            <a:ext cx="534924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Filter by cloud/account/region/tag/service in one inventory page.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480560"/>
            <a:ext cx="11430000" cy="1920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17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2920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Most CSPM tools list findings.  We connect findings to the asset graph.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▸  When EC2 instance is reachable from the internet, the graph shows which subnet/IGW/route/SG enables it — one click to remediate the actual hole.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▸  Lambda CVE? Trace to caller API Gateway, downstream RDS, IAM role permissions.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Operator Experience — 31 Purpose-Built UI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React 18 · TanStack Query · Tailwind · lucide icons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5214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1612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At-a-glance posture across all clouds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9728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09728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15214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Cloud Subscriptions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11612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Unified AWS accounts + Azure subs + GCP 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09728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09728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15214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Scan Detail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11612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Per-scan timeline, regions, services, error trace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160020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160020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165506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Findings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166420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Master finding feed — filter, group, status update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160020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160020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165506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66420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Per-account / per-cloud, JSON / HTML / CSV / PDF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160020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01000" y="160020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65506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166420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Live score, control drill-down, framework filter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210312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210312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215798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Threat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216712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Active threats — actor, IP, raw event JSON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210312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06240" y="210312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215798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Container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15000" y="216712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ECR repos + CVEs with severity-aware accordion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210312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210312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215798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CloudTrail Logs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216712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Native log viewer, filters, anomaly overlay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260604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260604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266090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Resource Inventory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267004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Cross-cloud asset table + per-resource graph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06240" y="260604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06240" y="260604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0" y="266090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Config Changes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267004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Replayable timeline + classification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1000" y="260604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01000" y="260604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80" y="266090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Baseline Drift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09760" y="267004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Version compare side-by-side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310896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310896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316382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Posture 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20240" y="317296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Trend chart, history, per-framework breakdown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6240" y="310896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06240" y="310896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0" y="316382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Risk Register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15000" y="317296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Tracked items with owner / status / target date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01000" y="310896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01000" y="310896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83880" y="316382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IAM Escalation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09760" y="317296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Path detection — which user can reach admin?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" y="361188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61188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4360" y="366674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Alert Configuration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20240" y="36758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Slack / Email / webhook routing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06240" y="361188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06240" y="361188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0" y="366674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Freeze Windows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15000" y="36758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Active and scheduled freezes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001000" y="361188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01000" y="361188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83880" y="366674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Scheduled Reports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09760" y="36758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Cron-style report runs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" y="4114800"/>
            <a:ext cx="370332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1480" y="4114800"/>
            <a:ext cx="73152" cy="41148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4360" y="4169664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Integrations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20240" y="417880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Slack, Jira, ServiceNow, SIEM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612648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34495E"/>
                </a:solidFill>
                <a:latin typeface="Calibri"/>
              </a:rPr>
              <a:t>Design system: consistent severity colors · status inline · config in banner · CVEs in accordion · grouping by resource.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Reporting, Alerting &amp; 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Get the right finding to the right team — at the right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562356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5623560" cy="5029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612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Reporting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Reports page — every finding, filterable &amp; exportable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6712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Per-account / per-cloud / per-framework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55117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Formats: PDF (branded), HTML, CSV,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3522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ScheduledReports — cron-style, recurring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31927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ReportSchedule + ReportRun models — full audit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033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Posture score history exported for board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0873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Evidence bundles for audit (90-day TTL)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7141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S3 / file-store delivery (configurable)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5546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Per-recipient routing — exec, sec-ops,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097280"/>
            <a:ext cx="5623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1097280"/>
            <a:ext cx="56235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99632" y="11612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Real-Time Alerting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169164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Slack channel routing per severity / cloud /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07568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Email digest or per-event modes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45973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AlertLog model — every alert tracked &amp; deduplicated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84378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Throttle / quiet-hours / freeze-aware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3794760"/>
            <a:ext cx="5623560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3794760"/>
            <a:ext cx="5623560" cy="45720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385876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43891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Jira / ServiceNow ticket auto-creation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7731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Splunk / DataDog / SIEM webhook export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515721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Slack / Email / generic webhook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554126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IntegrationConfig + IntegrationLog for audit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592531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 Per-finding routing rules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This Beats Wiz / Orca / Prisma 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Built for teams who want CSPM-grade coverage without CSPM-grade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200400" cy="4572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143000"/>
            <a:ext cx="4114800" cy="4572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1143000"/>
            <a:ext cx="4023360" cy="4572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23444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Our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1234440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Wiz / Orca / Prisma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645920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1645920"/>
            <a:ext cx="4114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18120" y="1645920"/>
            <a:ext cx="40233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5564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75564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70+ scanners across 3 clouds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75564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Comparable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148840"/>
            <a:ext cx="32004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0" y="2148840"/>
            <a:ext cx="41148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18120" y="2148840"/>
            <a:ext cx="402336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5856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GuardDuty / Threat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25856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Built-in, free, account-wide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25856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Add-on or license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2651760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657600" y="2651760"/>
            <a:ext cx="4114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18120" y="2651760"/>
            <a:ext cx="40233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614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Container CVE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276148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Inspector-free, OSV-based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7614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Inspector required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154680"/>
            <a:ext cx="32004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3154680"/>
            <a:ext cx="41148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18120" y="3154680"/>
            <a:ext cx="402336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26440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Auto-Remediation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326440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AWS / Azure / GCP — approval-gated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26440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Limited / paid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657600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657600" y="3657600"/>
            <a:ext cx="4114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818120" y="3657600"/>
            <a:ext cx="40233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76732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Anomaly Detection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376732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Built-in ML, per-actor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376732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Often separate SKU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4160520"/>
            <a:ext cx="32004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657600" y="4160520"/>
            <a:ext cx="41148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18120" y="4160520"/>
            <a:ext cx="402336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27024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Pricing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94760" y="427024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Self-hosted, predictable, no per-resource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427024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Per-asset, scales painfully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4663440"/>
            <a:ext cx="32004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3657600" y="4663440"/>
            <a:ext cx="41148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818120" y="4663440"/>
            <a:ext cx="402336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477316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Data Locality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477316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Stays in your VPC / VNet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79" y="477316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Vendor SaaS only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5166360"/>
            <a:ext cx="32004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5166360"/>
            <a:ext cx="411480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818120" y="5166360"/>
            <a:ext cx="4023360" cy="45720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276088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B1F3A"/>
                </a:solidFill>
                <a:latin typeface="Calibri"/>
              </a:rPr>
              <a:t>Time to Deploy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5276088"/>
            <a:ext cx="3931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1ABC9C"/>
                </a:solidFill>
                <a:latin typeface="Calibri"/>
              </a:rPr>
              <a:t>✓  Hours — docker-compose up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79" y="5276088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Weeks /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Deployment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Up and running in an afternoon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2788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097280"/>
            <a:ext cx="2788920" cy="50292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18872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Pull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514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git clone · npm install · docker-compose up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Postgres + Redis included.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097280"/>
            <a:ext cx="2788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097280"/>
            <a:ext cx="2788920" cy="50292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18872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Configure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37360"/>
            <a:ext cx="2514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Add cloud credentials in UI: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AWS access key, Azure SP, GCP service account.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097280"/>
            <a:ext cx="2788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097280"/>
            <a:ext cx="2788920" cy="5029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18872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First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737360"/>
            <a:ext cx="2514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Trigger scan from CloudSubscriptions page.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Findings populate within minutes.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097280"/>
            <a:ext cx="2788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788920" cy="502920"/>
          </a:xfrm>
          <a:prstGeom prst="rect">
            <a:avLst/>
          </a:prstGeom>
          <a:solidFill>
            <a:srgbClr val="13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188720"/>
            <a:ext cx="2788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Wire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737360"/>
            <a:ext cx="2514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Configure Slack / email / Jira from Integrations page.</a:t>
            </a:r>
          </a:p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Set schedules from Reports page.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154680"/>
            <a:ext cx="562356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154680"/>
            <a:ext cx="562356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218688"/>
            <a:ext cx="5623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Infrastructure Requirements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7033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One VM — 4 vCPU / 8 GB RAM is comfortable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0873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PostgreSQL 14+ (managed or local)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7141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Redis 6+ for BullMQ queues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85546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Node.js 18+ 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23951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Outbound HTTPS to cloud control planes + OSV.dev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62356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Docker Compose recipe included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3154680"/>
            <a:ext cx="5623560" cy="3246120"/>
          </a:xfrm>
          <a:prstGeom prst="roundRect">
            <a:avLst/>
          </a:prstGeom>
          <a:solidFill>
            <a:srgbClr val="F4F6F8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32461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Operational 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70332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Read-only by default — write only when remediating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4087368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Idempotent — safe to re-run scans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4471416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Async / queued — no blocking calls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855464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Dedup logic prevents duplicate findings across runs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239512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Smart-skip on container scans (unchanged images)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5623560"/>
            <a:ext cx="5349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4495E"/>
                </a:solidFill>
                <a:latin typeface="Calibri"/>
              </a:rPr>
              <a:t>▸ Resilient to per-region API failures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64592" cy="60350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CBD7E3"/>
                </a:solidFill>
                <a:latin typeface="Calibri"/>
              </a:rPr>
              <a:t>What's next on the build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65392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  <a:latin typeface="Calibri"/>
              </a:rPr>
              <a:t>Multi-Cloud CSPM Platform  |  AWS • Azure • GCP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6539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34495E"/>
                </a:solidFill>
                <a:latin typeface="Calibr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37490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188720"/>
            <a:ext cx="3749039" cy="548640"/>
          </a:xfrm>
          <a:prstGeom prst="rect">
            <a:avLst/>
          </a:prstGeom>
          <a:solidFill>
            <a:srgbClr val="1AB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Now — Shipped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383279" cy="4251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  <a:latin typeface="Calibri"/>
              </a:rPr>
              <a:t>AWS 25+, Azure 32, GCP 13 scanners · Threat Detection · ECR/Lambda CVE · Compliance · Baselines · Drift · Approvals · Auto-revert · Anomaly engine · 31 UI pages · Slack/Jira/SIEM integrations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188720"/>
            <a:ext cx="37490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49039" cy="54864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29844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Next — In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1965960"/>
            <a:ext cx="3383279" cy="4251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  <a:latin typeface="Calibri"/>
              </a:rPr>
              <a:t>GCP compliance service (CIS GCP) · GCP threat monitor · Azure compliance expansion for newer scanners (Containers, AI, IoT) · Macie-equivalent S3 data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38" y="1188720"/>
            <a:ext cx="37490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38" y="1188720"/>
            <a:ext cx="3749039" cy="548640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8" y="1298448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1965960"/>
            <a:ext cx="3383279" cy="4251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  <a:latin typeface="Calibri"/>
              </a:rPr>
              <a:t>EKS scanner · K8s admission webhooks · Just-in-time access · Multi-tenant SaaS mode · Cost-anomaly detection · AI-generated remediation PRs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>
            <a:off x="7589520" y="0"/>
            <a:ext cx="4572000" cy="6858000"/>
          </a:xfrm>
          <a:prstGeom prst="rtTriangle">
            <a:avLst/>
          </a:prstGeom>
          <a:solidFill>
            <a:srgbClr val="132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457200" cy="7315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D9CDB"/>
                </a:solidFill>
                <a:latin typeface="Calibri"/>
              </a:rPr>
              <a:t>READY TO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0584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Replace 5 vendors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with one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CBD7E3"/>
                </a:solidFill>
                <a:latin typeface="Calibri"/>
              </a:rPr>
              <a:t>Multi-cloud scanning · threat detection · compliance · remediation</a:t>
            </a:r>
          </a:p>
          <a:p>
            <a:pPr algn="l"/>
            <a:r>
              <a:rPr sz="1500" b="0">
                <a:solidFill>
                  <a:srgbClr val="CBD7E3"/>
                </a:solidFill>
                <a:latin typeface="Calibri"/>
              </a:rPr>
              <a:t>70+ scanners · 6 frameworks · 31 UI pages · zero per-asset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12080"/>
            <a:ext cx="2743200" cy="502920"/>
          </a:xfrm>
          <a:prstGeom prst="round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REQUEST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5212080"/>
            <a:ext cx="27432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5303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VIEW DOCUMENTATION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D9CDB"/>
                </a:solidFill>
                <a:latin typeface="Calibr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